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21383625" cy="3027521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B0B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9B08997-4301-4254-8D07-A5AB03C86DFE}" v="19" dt="2026-06-17T15:27:12.5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24" d="100"/>
          <a:sy n="24" d="100"/>
        </p:scale>
        <p:origin x="3216"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microsoft.com/office/2015/10/relationships/revisionInfo" Target="revisionInfo.xml"/><Relationship Id="rId3" Type="http://schemas.openxmlformats.org/officeDocument/2006/relationships/presProps" Target="presProps.xml"/><Relationship Id="rId7"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m Bell (Student Silverdale School)" userId="fc0eaa41-b074-4129-b1d0-a72e63c65cad" providerId="ADAL" clId="{8CAAEB33-FF1F-4770-8571-557AF569583E}"/>
    <pc:docChg chg="custSel modSld">
      <pc:chgData name="Sam Bell (Student Silverdale School)" userId="fc0eaa41-b074-4129-b1d0-a72e63c65cad" providerId="ADAL" clId="{8CAAEB33-FF1F-4770-8571-557AF569583E}" dt="2026-06-17T15:29:06.645" v="1249" actId="1076"/>
      <pc:docMkLst>
        <pc:docMk/>
      </pc:docMkLst>
      <pc:sldChg chg="addSp delSp modSp mod">
        <pc:chgData name="Sam Bell (Student Silverdale School)" userId="fc0eaa41-b074-4129-b1d0-a72e63c65cad" providerId="ADAL" clId="{8CAAEB33-FF1F-4770-8571-557AF569583E}" dt="2026-06-17T15:29:06.645" v="1249" actId="1076"/>
        <pc:sldMkLst>
          <pc:docMk/>
          <pc:sldMk cId="3503707405" sldId="256"/>
        </pc:sldMkLst>
        <pc:spChg chg="add del mod">
          <ac:chgData name="Sam Bell (Student Silverdale School)" userId="fc0eaa41-b074-4129-b1d0-a72e63c65cad" providerId="ADAL" clId="{8CAAEB33-FF1F-4770-8571-557AF569583E}" dt="2026-06-17T15:13:35.024" v="117" actId="478"/>
          <ac:spMkLst>
            <pc:docMk/>
            <pc:sldMk cId="3503707405" sldId="256"/>
            <ac:spMk id="4" creationId="{D98BA33E-8F56-1CC0-8A5F-53EEA6A57FB1}"/>
          </ac:spMkLst>
        </pc:spChg>
        <pc:spChg chg="add mod">
          <ac:chgData name="Sam Bell (Student Silverdale School)" userId="fc0eaa41-b074-4129-b1d0-a72e63c65cad" providerId="ADAL" clId="{8CAAEB33-FF1F-4770-8571-557AF569583E}" dt="2026-06-17T15:18:26.118" v="225" actId="2085"/>
          <ac:spMkLst>
            <pc:docMk/>
            <pc:sldMk cId="3503707405" sldId="256"/>
            <ac:spMk id="5" creationId="{A6EEC1DD-428E-A379-32B6-4FE856B56028}"/>
          </ac:spMkLst>
        </pc:spChg>
        <pc:spChg chg="add del mod">
          <ac:chgData name="Sam Bell (Student Silverdale School)" userId="fc0eaa41-b074-4129-b1d0-a72e63c65cad" providerId="ADAL" clId="{8CAAEB33-FF1F-4770-8571-557AF569583E}" dt="2026-06-17T15:14:56.487" v="127" actId="478"/>
          <ac:spMkLst>
            <pc:docMk/>
            <pc:sldMk cId="3503707405" sldId="256"/>
            <ac:spMk id="6" creationId="{53580761-7D5F-2DA2-E214-97EFD7D01ADC}"/>
          </ac:spMkLst>
        </pc:spChg>
        <pc:spChg chg="add mod">
          <ac:chgData name="Sam Bell (Student Silverdale School)" userId="fc0eaa41-b074-4129-b1d0-a72e63c65cad" providerId="ADAL" clId="{8CAAEB33-FF1F-4770-8571-557AF569583E}" dt="2026-06-17T15:23:44.647" v="1006" actId="33524"/>
          <ac:spMkLst>
            <pc:docMk/>
            <pc:sldMk cId="3503707405" sldId="256"/>
            <ac:spMk id="7" creationId="{8011E1A4-1B24-4B4C-0A19-5046330F4D3C}"/>
          </ac:spMkLst>
        </pc:spChg>
        <pc:spChg chg="add mod">
          <ac:chgData name="Sam Bell (Student Silverdale School)" userId="fc0eaa41-b074-4129-b1d0-a72e63c65cad" providerId="ADAL" clId="{8CAAEB33-FF1F-4770-8571-557AF569583E}" dt="2026-06-17T15:25:30.422" v="1046" actId="242"/>
          <ac:spMkLst>
            <pc:docMk/>
            <pc:sldMk cId="3503707405" sldId="256"/>
            <ac:spMk id="8" creationId="{C7958308-C162-DFF6-A572-EA8A23A9BD87}"/>
          </ac:spMkLst>
        </pc:spChg>
        <pc:spChg chg="add del mod">
          <ac:chgData name="Sam Bell (Student Silverdale School)" userId="fc0eaa41-b074-4129-b1d0-a72e63c65cad" providerId="ADAL" clId="{8CAAEB33-FF1F-4770-8571-557AF569583E}" dt="2026-06-17T15:16:53.500" v="150" actId="478"/>
          <ac:spMkLst>
            <pc:docMk/>
            <pc:sldMk cId="3503707405" sldId="256"/>
            <ac:spMk id="9" creationId="{461828D3-F2B5-C5AA-2DBC-9DB90978FBC1}"/>
          </ac:spMkLst>
        </pc:spChg>
        <pc:spChg chg="add del mod">
          <ac:chgData name="Sam Bell (Student Silverdale School)" userId="fc0eaa41-b074-4129-b1d0-a72e63c65cad" providerId="ADAL" clId="{8CAAEB33-FF1F-4770-8571-557AF569583E}" dt="2026-06-17T15:16:55.164" v="153" actId="478"/>
          <ac:spMkLst>
            <pc:docMk/>
            <pc:sldMk cId="3503707405" sldId="256"/>
            <ac:spMk id="10" creationId="{6EEFFFB8-3856-9D8A-5DCD-1DDBB7F83B92}"/>
          </ac:spMkLst>
        </pc:spChg>
        <pc:spChg chg="add del mod">
          <ac:chgData name="Sam Bell (Student Silverdale School)" userId="fc0eaa41-b074-4129-b1d0-a72e63c65cad" providerId="ADAL" clId="{8CAAEB33-FF1F-4770-8571-557AF569583E}" dt="2026-06-17T15:16:54.062" v="151" actId="478"/>
          <ac:spMkLst>
            <pc:docMk/>
            <pc:sldMk cId="3503707405" sldId="256"/>
            <ac:spMk id="11" creationId="{C3878F84-A2D9-DC3C-F00E-2F674E922E00}"/>
          </ac:spMkLst>
        </pc:spChg>
        <pc:spChg chg="add del mod">
          <ac:chgData name="Sam Bell (Student Silverdale School)" userId="fc0eaa41-b074-4129-b1d0-a72e63c65cad" providerId="ADAL" clId="{8CAAEB33-FF1F-4770-8571-557AF569583E}" dt="2026-06-17T15:16:54.652" v="152" actId="478"/>
          <ac:spMkLst>
            <pc:docMk/>
            <pc:sldMk cId="3503707405" sldId="256"/>
            <ac:spMk id="12" creationId="{ABD8F0EE-8350-D153-E6C5-C8A10AB55257}"/>
          </ac:spMkLst>
        </pc:spChg>
        <pc:spChg chg="add mod">
          <ac:chgData name="Sam Bell (Student Silverdale School)" userId="fc0eaa41-b074-4129-b1d0-a72e63c65cad" providerId="ADAL" clId="{8CAAEB33-FF1F-4770-8571-557AF569583E}" dt="2026-06-17T15:28:33.978" v="1242" actId="20577"/>
          <ac:spMkLst>
            <pc:docMk/>
            <pc:sldMk cId="3503707405" sldId="256"/>
            <ac:spMk id="13" creationId="{B8742E6D-7842-9FD1-6059-B3D1654511A8}"/>
          </ac:spMkLst>
        </pc:spChg>
        <pc:spChg chg="add del mod">
          <ac:chgData name="Sam Bell (Student Silverdale School)" userId="fc0eaa41-b074-4129-b1d0-a72e63c65cad" providerId="ADAL" clId="{8CAAEB33-FF1F-4770-8571-557AF569583E}" dt="2026-06-17T15:24:29.010" v="1017" actId="478"/>
          <ac:spMkLst>
            <pc:docMk/>
            <pc:sldMk cId="3503707405" sldId="256"/>
            <ac:spMk id="14" creationId="{376F2ED1-4E63-F41B-D706-0DD9528E6BFA}"/>
          </ac:spMkLst>
        </pc:spChg>
        <pc:spChg chg="add del mod">
          <ac:chgData name="Sam Bell (Student Silverdale School)" userId="fc0eaa41-b074-4129-b1d0-a72e63c65cad" providerId="ADAL" clId="{8CAAEB33-FF1F-4770-8571-557AF569583E}" dt="2026-06-17T15:24:29.490" v="1018" actId="478"/>
          <ac:spMkLst>
            <pc:docMk/>
            <pc:sldMk cId="3503707405" sldId="256"/>
            <ac:spMk id="15" creationId="{503A6087-349C-0295-734F-5751CFCC214F}"/>
          </ac:spMkLst>
        </pc:spChg>
        <pc:spChg chg="add del mod">
          <ac:chgData name="Sam Bell (Student Silverdale School)" userId="fc0eaa41-b074-4129-b1d0-a72e63c65cad" providerId="ADAL" clId="{8CAAEB33-FF1F-4770-8571-557AF569583E}" dt="2026-06-17T15:24:29.970" v="1019" actId="478"/>
          <ac:spMkLst>
            <pc:docMk/>
            <pc:sldMk cId="3503707405" sldId="256"/>
            <ac:spMk id="16" creationId="{ED6A139E-10C6-C99C-99E0-150275F6D278}"/>
          </ac:spMkLst>
        </pc:spChg>
        <pc:spChg chg="add mod">
          <ac:chgData name="Sam Bell (Student Silverdale School)" userId="fc0eaa41-b074-4129-b1d0-a72e63c65cad" providerId="ADAL" clId="{8CAAEB33-FF1F-4770-8571-557AF569583E}" dt="2026-06-17T15:25:15.571" v="1030" actId="20577"/>
          <ac:spMkLst>
            <pc:docMk/>
            <pc:sldMk cId="3503707405" sldId="256"/>
            <ac:spMk id="17" creationId="{6C6AB3D2-89CD-7C39-ECB7-61E8F5311DF9}"/>
          </ac:spMkLst>
        </pc:spChg>
        <pc:spChg chg="add mod">
          <ac:chgData name="Sam Bell (Student Silverdale School)" userId="fc0eaa41-b074-4129-b1d0-a72e63c65cad" providerId="ADAL" clId="{8CAAEB33-FF1F-4770-8571-557AF569583E}" dt="2026-06-17T15:25:17.332" v="1032" actId="20577"/>
          <ac:spMkLst>
            <pc:docMk/>
            <pc:sldMk cId="3503707405" sldId="256"/>
            <ac:spMk id="18" creationId="{4C957BA5-AD3C-A113-4FBB-B968D0274037}"/>
          </ac:spMkLst>
        </pc:spChg>
        <pc:spChg chg="add mod">
          <ac:chgData name="Sam Bell (Student Silverdale School)" userId="fc0eaa41-b074-4129-b1d0-a72e63c65cad" providerId="ADAL" clId="{8CAAEB33-FF1F-4770-8571-557AF569583E}" dt="2026-06-17T15:25:19.139" v="1034" actId="20577"/>
          <ac:spMkLst>
            <pc:docMk/>
            <pc:sldMk cId="3503707405" sldId="256"/>
            <ac:spMk id="19" creationId="{AACF9AA4-1DBE-259E-43F6-CD7EE99273D9}"/>
          </ac:spMkLst>
        </pc:spChg>
        <pc:picChg chg="add mod">
          <ac:chgData name="Sam Bell (Student Silverdale School)" userId="fc0eaa41-b074-4129-b1d0-a72e63c65cad" providerId="ADAL" clId="{8CAAEB33-FF1F-4770-8571-557AF569583E}" dt="2026-06-17T15:28:37.325" v="1243" actId="1076"/>
          <ac:picMkLst>
            <pc:docMk/>
            <pc:sldMk cId="3503707405" sldId="256"/>
            <ac:picMk id="21" creationId="{45734A9F-4083-A4A3-2D20-E50410F28F33}"/>
          </ac:picMkLst>
        </pc:picChg>
        <pc:picChg chg="add mod">
          <ac:chgData name="Sam Bell (Student Silverdale School)" userId="fc0eaa41-b074-4129-b1d0-a72e63c65cad" providerId="ADAL" clId="{8CAAEB33-FF1F-4770-8571-557AF569583E}" dt="2026-06-17T15:28:52.150" v="1246" actId="1076"/>
          <ac:picMkLst>
            <pc:docMk/>
            <pc:sldMk cId="3503707405" sldId="256"/>
            <ac:picMk id="23" creationId="{C4ED4D3C-A0B9-0750-EAE1-A5D6DD250E89}"/>
          </ac:picMkLst>
        </pc:picChg>
        <pc:picChg chg="add mod">
          <ac:chgData name="Sam Bell (Student Silverdale School)" userId="fc0eaa41-b074-4129-b1d0-a72e63c65cad" providerId="ADAL" clId="{8CAAEB33-FF1F-4770-8571-557AF569583E}" dt="2026-06-17T15:29:06.645" v="1249" actId="1076"/>
          <ac:picMkLst>
            <pc:docMk/>
            <pc:sldMk cId="3503707405" sldId="256"/>
            <ac:picMk id="25" creationId="{2E655DC0-C601-FD59-3B81-7610AACF5179}"/>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03772" y="4954765"/>
            <a:ext cx="18176081" cy="10540259"/>
          </a:xfrm>
        </p:spPr>
        <p:txBody>
          <a:bodyPr anchor="b"/>
          <a:lstStyle>
            <a:lvl1pPr algn="ctr">
              <a:defRPr sz="14031"/>
            </a:lvl1pPr>
          </a:lstStyle>
          <a:p>
            <a:r>
              <a:rPr lang="en-GB"/>
              <a:t>Click to edit Master title style</a:t>
            </a:r>
            <a:endParaRPr lang="en-US" dirty="0"/>
          </a:p>
        </p:txBody>
      </p:sp>
      <p:sp>
        <p:nvSpPr>
          <p:cNvPr id="3" name="Subtitle 2"/>
          <p:cNvSpPr>
            <a:spLocks noGrp="1"/>
          </p:cNvSpPr>
          <p:nvPr>
            <p:ph type="subTitle" idx="1"/>
          </p:nvPr>
        </p:nvSpPr>
        <p:spPr>
          <a:xfrm>
            <a:off x="2672953" y="15901497"/>
            <a:ext cx="16037719" cy="7309499"/>
          </a:xfrm>
        </p:spPr>
        <p:txBody>
          <a:bodyPr/>
          <a:lstStyle>
            <a:lvl1pPr marL="0" indent="0" algn="ctr">
              <a:buNone/>
              <a:defRPr sz="5612"/>
            </a:lvl1pPr>
            <a:lvl2pPr marL="1069162" indent="0" algn="ctr">
              <a:buNone/>
              <a:defRPr sz="4677"/>
            </a:lvl2pPr>
            <a:lvl3pPr marL="2138324" indent="0" algn="ctr">
              <a:buNone/>
              <a:defRPr sz="4209"/>
            </a:lvl3pPr>
            <a:lvl4pPr marL="3207487" indent="0" algn="ctr">
              <a:buNone/>
              <a:defRPr sz="3742"/>
            </a:lvl4pPr>
            <a:lvl5pPr marL="4276649" indent="0" algn="ctr">
              <a:buNone/>
              <a:defRPr sz="3742"/>
            </a:lvl5pPr>
            <a:lvl6pPr marL="5345811" indent="0" algn="ctr">
              <a:buNone/>
              <a:defRPr sz="3742"/>
            </a:lvl6pPr>
            <a:lvl7pPr marL="6414973" indent="0" algn="ctr">
              <a:buNone/>
              <a:defRPr sz="3742"/>
            </a:lvl7pPr>
            <a:lvl8pPr marL="7484135" indent="0" algn="ctr">
              <a:buNone/>
              <a:defRPr sz="3742"/>
            </a:lvl8pPr>
            <a:lvl9pPr marL="8553298" indent="0" algn="ctr">
              <a:buNone/>
              <a:defRPr sz="3742"/>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CC8A40FC-60F0-4572-98E5-D677B1F68382}" type="datetimeFigureOut">
              <a:rPr lang="en-GB" smtClean="0"/>
              <a:t>17/06/2026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46F651CB-958D-41A7-A925-8D18B0DC015E}" type="slidenum">
              <a:rPr lang="en-GB" smtClean="0"/>
              <a:t>‹#›</a:t>
            </a:fld>
            <a:endParaRPr lang="en-GB"/>
          </a:p>
        </p:txBody>
      </p:sp>
    </p:spTree>
    <p:extLst>
      <p:ext uri="{BB962C8B-B14F-4D97-AF65-F5344CB8AC3E}">
        <p14:creationId xmlns:p14="http://schemas.microsoft.com/office/powerpoint/2010/main" val="216640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CC8A40FC-60F0-4572-98E5-D677B1F68382}" type="datetimeFigureOut">
              <a:rPr lang="en-GB" smtClean="0"/>
              <a:t>17/06/2026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46F651CB-958D-41A7-A925-8D18B0DC015E}" type="slidenum">
              <a:rPr lang="en-GB" smtClean="0"/>
              <a:t>‹#›</a:t>
            </a:fld>
            <a:endParaRPr lang="en-GB"/>
          </a:p>
        </p:txBody>
      </p:sp>
    </p:spTree>
    <p:extLst>
      <p:ext uri="{BB962C8B-B14F-4D97-AF65-F5344CB8AC3E}">
        <p14:creationId xmlns:p14="http://schemas.microsoft.com/office/powerpoint/2010/main" val="29485776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8988" y="7547788"/>
            <a:ext cx="18443377" cy="12593645"/>
          </a:xfrm>
        </p:spPr>
        <p:txBody>
          <a:bodyPr anchor="b"/>
          <a:lstStyle>
            <a:lvl1pPr>
              <a:defRPr sz="14031"/>
            </a:lvl1pPr>
          </a:lstStyle>
          <a:p>
            <a:r>
              <a:rPr lang="en-GB"/>
              <a:t>Click to edit Master title style</a:t>
            </a:r>
            <a:endParaRPr lang="en-US" dirty="0"/>
          </a:p>
        </p:txBody>
      </p:sp>
      <p:sp>
        <p:nvSpPr>
          <p:cNvPr id="3" name="Text Placeholder 2"/>
          <p:cNvSpPr>
            <a:spLocks noGrp="1"/>
          </p:cNvSpPr>
          <p:nvPr>
            <p:ph type="body" idx="1"/>
          </p:nvPr>
        </p:nvSpPr>
        <p:spPr>
          <a:xfrm>
            <a:off x="1458988" y="20260574"/>
            <a:ext cx="18443377" cy="6622701"/>
          </a:xfrm>
        </p:spPr>
        <p:txBody>
          <a:bodyPr/>
          <a:lstStyle>
            <a:lvl1pPr marL="0" indent="0">
              <a:buNone/>
              <a:defRPr sz="5612">
                <a:solidFill>
                  <a:schemeClr val="tx1">
                    <a:tint val="82000"/>
                  </a:schemeClr>
                </a:solidFill>
              </a:defRPr>
            </a:lvl1pPr>
            <a:lvl2pPr marL="1069162" indent="0">
              <a:buNone/>
              <a:defRPr sz="4677">
                <a:solidFill>
                  <a:schemeClr val="tx1">
                    <a:tint val="82000"/>
                  </a:schemeClr>
                </a:solidFill>
              </a:defRPr>
            </a:lvl2pPr>
            <a:lvl3pPr marL="2138324" indent="0">
              <a:buNone/>
              <a:defRPr sz="4209">
                <a:solidFill>
                  <a:schemeClr val="tx1">
                    <a:tint val="82000"/>
                  </a:schemeClr>
                </a:solidFill>
              </a:defRPr>
            </a:lvl3pPr>
            <a:lvl4pPr marL="3207487" indent="0">
              <a:buNone/>
              <a:defRPr sz="3742">
                <a:solidFill>
                  <a:schemeClr val="tx1">
                    <a:tint val="82000"/>
                  </a:schemeClr>
                </a:solidFill>
              </a:defRPr>
            </a:lvl4pPr>
            <a:lvl5pPr marL="4276649" indent="0">
              <a:buNone/>
              <a:defRPr sz="3742">
                <a:solidFill>
                  <a:schemeClr val="tx1">
                    <a:tint val="82000"/>
                  </a:schemeClr>
                </a:solidFill>
              </a:defRPr>
            </a:lvl5pPr>
            <a:lvl6pPr marL="5345811" indent="0">
              <a:buNone/>
              <a:defRPr sz="3742">
                <a:solidFill>
                  <a:schemeClr val="tx1">
                    <a:tint val="82000"/>
                  </a:schemeClr>
                </a:solidFill>
              </a:defRPr>
            </a:lvl6pPr>
            <a:lvl7pPr marL="6414973" indent="0">
              <a:buNone/>
              <a:defRPr sz="3742">
                <a:solidFill>
                  <a:schemeClr val="tx1">
                    <a:tint val="82000"/>
                  </a:schemeClr>
                </a:solidFill>
              </a:defRPr>
            </a:lvl7pPr>
            <a:lvl8pPr marL="7484135" indent="0">
              <a:buNone/>
              <a:defRPr sz="3742">
                <a:solidFill>
                  <a:schemeClr val="tx1">
                    <a:tint val="82000"/>
                  </a:schemeClr>
                </a:solidFill>
              </a:defRPr>
            </a:lvl8pPr>
            <a:lvl9pPr marL="8553298" indent="0">
              <a:buNone/>
              <a:defRPr sz="3742">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CC8A40FC-60F0-4572-98E5-D677B1F68382}" type="datetimeFigureOut">
              <a:rPr lang="en-GB" smtClean="0"/>
              <a:t>17/06/2026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46F651CB-958D-41A7-A925-8D18B0DC015E}" type="slidenum">
              <a:rPr lang="en-GB" smtClean="0"/>
              <a:t>‹#›</a:t>
            </a:fld>
            <a:endParaRPr lang="en-GB"/>
          </a:p>
        </p:txBody>
      </p:sp>
    </p:spTree>
    <p:extLst>
      <p:ext uri="{BB962C8B-B14F-4D97-AF65-F5344CB8AC3E}">
        <p14:creationId xmlns:p14="http://schemas.microsoft.com/office/powerpoint/2010/main" val="28416893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1470124" y="8059374"/>
            <a:ext cx="9088041" cy="1920934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10825460" y="8059374"/>
            <a:ext cx="9088041" cy="1920934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CC8A40FC-60F0-4572-98E5-D677B1F68382}" type="datetimeFigureOut">
              <a:rPr lang="en-GB" smtClean="0"/>
              <a:t>17/06/2026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46F651CB-958D-41A7-A925-8D18B0DC015E}" type="slidenum">
              <a:rPr lang="en-GB" smtClean="0"/>
              <a:t>‹#›</a:t>
            </a:fld>
            <a:endParaRPr lang="en-GB"/>
          </a:p>
        </p:txBody>
      </p:sp>
    </p:spTree>
    <p:extLst>
      <p:ext uri="{BB962C8B-B14F-4D97-AF65-F5344CB8AC3E}">
        <p14:creationId xmlns:p14="http://schemas.microsoft.com/office/powerpoint/2010/main" val="16434495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72909" y="1611882"/>
            <a:ext cx="18443377" cy="5851808"/>
          </a:xfrm>
        </p:spPr>
        <p:txBody>
          <a:bodyPr/>
          <a:lstStyle/>
          <a:p>
            <a:r>
              <a:rPr lang="en-GB"/>
              <a:t>Click to edit Master title style</a:t>
            </a:r>
            <a:endParaRPr lang="en-US" dirty="0"/>
          </a:p>
        </p:txBody>
      </p:sp>
      <p:sp>
        <p:nvSpPr>
          <p:cNvPr id="3" name="Text Placeholder 2"/>
          <p:cNvSpPr>
            <a:spLocks noGrp="1"/>
          </p:cNvSpPr>
          <p:nvPr>
            <p:ph type="body" idx="1"/>
          </p:nvPr>
        </p:nvSpPr>
        <p:spPr>
          <a:xfrm>
            <a:off x="1472912" y="7421634"/>
            <a:ext cx="9046274" cy="3637228"/>
          </a:xfrm>
        </p:spPr>
        <p:txBody>
          <a:bodyPr anchor="b"/>
          <a:lstStyle>
            <a:lvl1pPr marL="0" indent="0">
              <a:buNone/>
              <a:defRPr sz="5612" b="1"/>
            </a:lvl1pPr>
            <a:lvl2pPr marL="1069162" indent="0">
              <a:buNone/>
              <a:defRPr sz="4677" b="1"/>
            </a:lvl2pPr>
            <a:lvl3pPr marL="2138324" indent="0">
              <a:buNone/>
              <a:defRPr sz="4209" b="1"/>
            </a:lvl3pPr>
            <a:lvl4pPr marL="3207487" indent="0">
              <a:buNone/>
              <a:defRPr sz="3742" b="1"/>
            </a:lvl4pPr>
            <a:lvl5pPr marL="4276649" indent="0">
              <a:buNone/>
              <a:defRPr sz="3742" b="1"/>
            </a:lvl5pPr>
            <a:lvl6pPr marL="5345811" indent="0">
              <a:buNone/>
              <a:defRPr sz="3742" b="1"/>
            </a:lvl6pPr>
            <a:lvl7pPr marL="6414973" indent="0">
              <a:buNone/>
              <a:defRPr sz="3742" b="1"/>
            </a:lvl7pPr>
            <a:lvl8pPr marL="7484135" indent="0">
              <a:buNone/>
              <a:defRPr sz="3742" b="1"/>
            </a:lvl8pPr>
            <a:lvl9pPr marL="8553298" indent="0">
              <a:buNone/>
              <a:defRPr sz="3742" b="1"/>
            </a:lvl9pPr>
          </a:lstStyle>
          <a:p>
            <a:pPr lvl="0"/>
            <a:r>
              <a:rPr lang="en-GB"/>
              <a:t>Click to edit Master text styles</a:t>
            </a:r>
          </a:p>
        </p:txBody>
      </p:sp>
      <p:sp>
        <p:nvSpPr>
          <p:cNvPr id="4" name="Content Placeholder 3"/>
          <p:cNvSpPr>
            <a:spLocks noGrp="1"/>
          </p:cNvSpPr>
          <p:nvPr>
            <p:ph sz="half" idx="2"/>
          </p:nvPr>
        </p:nvSpPr>
        <p:spPr>
          <a:xfrm>
            <a:off x="1472912" y="11058863"/>
            <a:ext cx="9046274" cy="1626592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10825461" y="7421634"/>
            <a:ext cx="9090826" cy="3637228"/>
          </a:xfrm>
        </p:spPr>
        <p:txBody>
          <a:bodyPr anchor="b"/>
          <a:lstStyle>
            <a:lvl1pPr marL="0" indent="0">
              <a:buNone/>
              <a:defRPr sz="5612" b="1"/>
            </a:lvl1pPr>
            <a:lvl2pPr marL="1069162" indent="0">
              <a:buNone/>
              <a:defRPr sz="4677" b="1"/>
            </a:lvl2pPr>
            <a:lvl3pPr marL="2138324" indent="0">
              <a:buNone/>
              <a:defRPr sz="4209" b="1"/>
            </a:lvl3pPr>
            <a:lvl4pPr marL="3207487" indent="0">
              <a:buNone/>
              <a:defRPr sz="3742" b="1"/>
            </a:lvl4pPr>
            <a:lvl5pPr marL="4276649" indent="0">
              <a:buNone/>
              <a:defRPr sz="3742" b="1"/>
            </a:lvl5pPr>
            <a:lvl6pPr marL="5345811" indent="0">
              <a:buNone/>
              <a:defRPr sz="3742" b="1"/>
            </a:lvl6pPr>
            <a:lvl7pPr marL="6414973" indent="0">
              <a:buNone/>
              <a:defRPr sz="3742" b="1"/>
            </a:lvl7pPr>
            <a:lvl8pPr marL="7484135" indent="0">
              <a:buNone/>
              <a:defRPr sz="3742" b="1"/>
            </a:lvl8pPr>
            <a:lvl9pPr marL="8553298" indent="0">
              <a:buNone/>
              <a:defRPr sz="3742" b="1"/>
            </a:lvl9pPr>
          </a:lstStyle>
          <a:p>
            <a:pPr lvl="0"/>
            <a:r>
              <a:rPr lang="en-GB"/>
              <a:t>Click to edit Master text styles</a:t>
            </a:r>
          </a:p>
        </p:txBody>
      </p:sp>
      <p:sp>
        <p:nvSpPr>
          <p:cNvPr id="6" name="Content Placeholder 5"/>
          <p:cNvSpPr>
            <a:spLocks noGrp="1"/>
          </p:cNvSpPr>
          <p:nvPr>
            <p:ph sz="quarter" idx="4"/>
          </p:nvPr>
        </p:nvSpPr>
        <p:spPr>
          <a:xfrm>
            <a:off x="10825461" y="11058863"/>
            <a:ext cx="9090826" cy="1626592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CC8A40FC-60F0-4572-98E5-D677B1F68382}" type="datetimeFigureOut">
              <a:rPr lang="en-GB" smtClean="0"/>
              <a:t>17/06/2026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46F651CB-958D-41A7-A925-8D18B0DC015E}" type="slidenum">
              <a:rPr lang="en-GB" smtClean="0"/>
              <a:t>‹#›</a:t>
            </a:fld>
            <a:endParaRPr lang="en-GB"/>
          </a:p>
        </p:txBody>
      </p:sp>
    </p:spTree>
    <p:extLst>
      <p:ext uri="{BB962C8B-B14F-4D97-AF65-F5344CB8AC3E}">
        <p14:creationId xmlns:p14="http://schemas.microsoft.com/office/powerpoint/2010/main" val="31977363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CC8A40FC-60F0-4572-98E5-D677B1F68382}" type="datetimeFigureOut">
              <a:rPr lang="en-GB" smtClean="0"/>
              <a:t>17/06/2026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46F651CB-958D-41A7-A925-8D18B0DC015E}" type="slidenum">
              <a:rPr lang="en-GB" smtClean="0"/>
              <a:t>‹#›</a:t>
            </a:fld>
            <a:endParaRPr lang="en-GB"/>
          </a:p>
        </p:txBody>
      </p:sp>
    </p:spTree>
    <p:extLst>
      <p:ext uri="{BB962C8B-B14F-4D97-AF65-F5344CB8AC3E}">
        <p14:creationId xmlns:p14="http://schemas.microsoft.com/office/powerpoint/2010/main" val="39611535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C8A40FC-60F0-4572-98E5-D677B1F68382}" type="datetimeFigureOut">
              <a:rPr lang="en-GB" smtClean="0"/>
              <a:t>17/06/2026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46F651CB-958D-41A7-A925-8D18B0DC015E}" type="slidenum">
              <a:rPr lang="en-GB" smtClean="0"/>
              <a:t>‹#›</a:t>
            </a:fld>
            <a:endParaRPr lang="en-GB"/>
          </a:p>
        </p:txBody>
      </p:sp>
    </p:spTree>
    <p:extLst>
      <p:ext uri="{BB962C8B-B14F-4D97-AF65-F5344CB8AC3E}">
        <p14:creationId xmlns:p14="http://schemas.microsoft.com/office/powerpoint/2010/main" val="27992592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2909" y="2018348"/>
            <a:ext cx="6896776" cy="7064216"/>
          </a:xfrm>
        </p:spPr>
        <p:txBody>
          <a:bodyPr anchor="b"/>
          <a:lstStyle>
            <a:lvl1pPr>
              <a:defRPr sz="7483"/>
            </a:lvl1pPr>
          </a:lstStyle>
          <a:p>
            <a:r>
              <a:rPr lang="en-GB"/>
              <a:t>Click to edit Master title style</a:t>
            </a:r>
            <a:endParaRPr lang="en-US" dirty="0"/>
          </a:p>
        </p:txBody>
      </p:sp>
      <p:sp>
        <p:nvSpPr>
          <p:cNvPr id="3" name="Content Placeholder 2"/>
          <p:cNvSpPr>
            <a:spLocks noGrp="1"/>
          </p:cNvSpPr>
          <p:nvPr>
            <p:ph idx="1"/>
          </p:nvPr>
        </p:nvSpPr>
        <p:spPr>
          <a:xfrm>
            <a:off x="9090826" y="4359077"/>
            <a:ext cx="10825460" cy="21515024"/>
          </a:xfrm>
        </p:spPr>
        <p:txBody>
          <a:bodyPr/>
          <a:lstStyle>
            <a:lvl1pPr>
              <a:defRPr sz="7483"/>
            </a:lvl1pPr>
            <a:lvl2pPr>
              <a:defRPr sz="6548"/>
            </a:lvl2pPr>
            <a:lvl3pPr>
              <a:defRPr sz="5612"/>
            </a:lvl3pPr>
            <a:lvl4pPr>
              <a:defRPr sz="4677"/>
            </a:lvl4pPr>
            <a:lvl5pPr>
              <a:defRPr sz="4677"/>
            </a:lvl5pPr>
            <a:lvl6pPr>
              <a:defRPr sz="4677"/>
            </a:lvl6pPr>
            <a:lvl7pPr>
              <a:defRPr sz="4677"/>
            </a:lvl7pPr>
            <a:lvl8pPr>
              <a:defRPr sz="4677"/>
            </a:lvl8pPr>
            <a:lvl9pPr>
              <a:defRPr sz="4677"/>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1472909" y="9082564"/>
            <a:ext cx="6896776" cy="16826573"/>
          </a:xfrm>
        </p:spPr>
        <p:txBody>
          <a:bodyPr/>
          <a:lstStyle>
            <a:lvl1pPr marL="0" indent="0">
              <a:buNone/>
              <a:defRPr sz="3742"/>
            </a:lvl1pPr>
            <a:lvl2pPr marL="1069162" indent="0">
              <a:buNone/>
              <a:defRPr sz="3274"/>
            </a:lvl2pPr>
            <a:lvl3pPr marL="2138324" indent="0">
              <a:buNone/>
              <a:defRPr sz="2806"/>
            </a:lvl3pPr>
            <a:lvl4pPr marL="3207487" indent="0">
              <a:buNone/>
              <a:defRPr sz="2339"/>
            </a:lvl4pPr>
            <a:lvl5pPr marL="4276649" indent="0">
              <a:buNone/>
              <a:defRPr sz="2339"/>
            </a:lvl5pPr>
            <a:lvl6pPr marL="5345811" indent="0">
              <a:buNone/>
              <a:defRPr sz="2339"/>
            </a:lvl6pPr>
            <a:lvl7pPr marL="6414973" indent="0">
              <a:buNone/>
              <a:defRPr sz="2339"/>
            </a:lvl7pPr>
            <a:lvl8pPr marL="7484135" indent="0">
              <a:buNone/>
              <a:defRPr sz="2339"/>
            </a:lvl8pPr>
            <a:lvl9pPr marL="8553298" indent="0">
              <a:buNone/>
              <a:defRPr sz="2339"/>
            </a:lvl9pPr>
          </a:lstStyle>
          <a:p>
            <a:pPr lvl="0"/>
            <a:r>
              <a:rPr lang="en-GB"/>
              <a:t>Click to edit Master text styles</a:t>
            </a:r>
          </a:p>
        </p:txBody>
      </p:sp>
      <p:sp>
        <p:nvSpPr>
          <p:cNvPr id="5" name="Date Placeholder 4"/>
          <p:cNvSpPr>
            <a:spLocks noGrp="1"/>
          </p:cNvSpPr>
          <p:nvPr>
            <p:ph type="dt" sz="half" idx="10"/>
          </p:nvPr>
        </p:nvSpPr>
        <p:spPr/>
        <p:txBody>
          <a:bodyPr/>
          <a:lstStyle/>
          <a:p>
            <a:fld id="{CC8A40FC-60F0-4572-98E5-D677B1F68382}" type="datetimeFigureOut">
              <a:rPr lang="en-GB" smtClean="0"/>
              <a:t>17/06/2026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46F651CB-958D-41A7-A925-8D18B0DC015E}" type="slidenum">
              <a:rPr lang="en-GB" smtClean="0"/>
              <a:t>‹#›</a:t>
            </a:fld>
            <a:endParaRPr lang="en-GB"/>
          </a:p>
        </p:txBody>
      </p:sp>
    </p:spTree>
    <p:extLst>
      <p:ext uri="{BB962C8B-B14F-4D97-AF65-F5344CB8AC3E}">
        <p14:creationId xmlns:p14="http://schemas.microsoft.com/office/powerpoint/2010/main" val="23700951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2909" y="2018348"/>
            <a:ext cx="6896776" cy="7064216"/>
          </a:xfrm>
        </p:spPr>
        <p:txBody>
          <a:bodyPr anchor="b"/>
          <a:lstStyle>
            <a:lvl1pPr>
              <a:defRPr sz="7483"/>
            </a:lvl1pPr>
          </a:lstStyle>
          <a:p>
            <a:r>
              <a:rPr lang="en-GB"/>
              <a:t>Click to edit Master title style</a:t>
            </a:r>
            <a:endParaRPr lang="en-US" dirty="0"/>
          </a:p>
        </p:txBody>
      </p:sp>
      <p:sp>
        <p:nvSpPr>
          <p:cNvPr id="3" name="Picture Placeholder 2"/>
          <p:cNvSpPr>
            <a:spLocks noGrp="1" noChangeAspect="1"/>
          </p:cNvSpPr>
          <p:nvPr>
            <p:ph type="pic" idx="1"/>
          </p:nvPr>
        </p:nvSpPr>
        <p:spPr>
          <a:xfrm>
            <a:off x="9090826" y="4359077"/>
            <a:ext cx="10825460" cy="21515024"/>
          </a:xfrm>
        </p:spPr>
        <p:txBody>
          <a:bodyPr anchor="t"/>
          <a:lstStyle>
            <a:lvl1pPr marL="0" indent="0">
              <a:buNone/>
              <a:defRPr sz="7483"/>
            </a:lvl1pPr>
            <a:lvl2pPr marL="1069162" indent="0">
              <a:buNone/>
              <a:defRPr sz="6548"/>
            </a:lvl2pPr>
            <a:lvl3pPr marL="2138324" indent="0">
              <a:buNone/>
              <a:defRPr sz="5612"/>
            </a:lvl3pPr>
            <a:lvl4pPr marL="3207487" indent="0">
              <a:buNone/>
              <a:defRPr sz="4677"/>
            </a:lvl4pPr>
            <a:lvl5pPr marL="4276649" indent="0">
              <a:buNone/>
              <a:defRPr sz="4677"/>
            </a:lvl5pPr>
            <a:lvl6pPr marL="5345811" indent="0">
              <a:buNone/>
              <a:defRPr sz="4677"/>
            </a:lvl6pPr>
            <a:lvl7pPr marL="6414973" indent="0">
              <a:buNone/>
              <a:defRPr sz="4677"/>
            </a:lvl7pPr>
            <a:lvl8pPr marL="7484135" indent="0">
              <a:buNone/>
              <a:defRPr sz="4677"/>
            </a:lvl8pPr>
            <a:lvl9pPr marL="8553298" indent="0">
              <a:buNone/>
              <a:defRPr sz="4677"/>
            </a:lvl9pPr>
          </a:lstStyle>
          <a:p>
            <a:r>
              <a:rPr lang="en-GB"/>
              <a:t>Click icon to add picture</a:t>
            </a:r>
            <a:endParaRPr lang="en-US" dirty="0"/>
          </a:p>
        </p:txBody>
      </p:sp>
      <p:sp>
        <p:nvSpPr>
          <p:cNvPr id="4" name="Text Placeholder 3"/>
          <p:cNvSpPr>
            <a:spLocks noGrp="1"/>
          </p:cNvSpPr>
          <p:nvPr>
            <p:ph type="body" sz="half" idx="2"/>
          </p:nvPr>
        </p:nvSpPr>
        <p:spPr>
          <a:xfrm>
            <a:off x="1472909" y="9082564"/>
            <a:ext cx="6896776" cy="16826573"/>
          </a:xfrm>
        </p:spPr>
        <p:txBody>
          <a:bodyPr/>
          <a:lstStyle>
            <a:lvl1pPr marL="0" indent="0">
              <a:buNone/>
              <a:defRPr sz="3742"/>
            </a:lvl1pPr>
            <a:lvl2pPr marL="1069162" indent="0">
              <a:buNone/>
              <a:defRPr sz="3274"/>
            </a:lvl2pPr>
            <a:lvl3pPr marL="2138324" indent="0">
              <a:buNone/>
              <a:defRPr sz="2806"/>
            </a:lvl3pPr>
            <a:lvl4pPr marL="3207487" indent="0">
              <a:buNone/>
              <a:defRPr sz="2339"/>
            </a:lvl4pPr>
            <a:lvl5pPr marL="4276649" indent="0">
              <a:buNone/>
              <a:defRPr sz="2339"/>
            </a:lvl5pPr>
            <a:lvl6pPr marL="5345811" indent="0">
              <a:buNone/>
              <a:defRPr sz="2339"/>
            </a:lvl6pPr>
            <a:lvl7pPr marL="6414973" indent="0">
              <a:buNone/>
              <a:defRPr sz="2339"/>
            </a:lvl7pPr>
            <a:lvl8pPr marL="7484135" indent="0">
              <a:buNone/>
              <a:defRPr sz="2339"/>
            </a:lvl8pPr>
            <a:lvl9pPr marL="8553298" indent="0">
              <a:buNone/>
              <a:defRPr sz="2339"/>
            </a:lvl9pPr>
          </a:lstStyle>
          <a:p>
            <a:pPr lvl="0"/>
            <a:r>
              <a:rPr lang="en-GB"/>
              <a:t>Click to edit Master text styles</a:t>
            </a:r>
          </a:p>
        </p:txBody>
      </p:sp>
      <p:sp>
        <p:nvSpPr>
          <p:cNvPr id="5" name="Date Placeholder 4"/>
          <p:cNvSpPr>
            <a:spLocks noGrp="1"/>
          </p:cNvSpPr>
          <p:nvPr>
            <p:ph type="dt" sz="half" idx="10"/>
          </p:nvPr>
        </p:nvSpPr>
        <p:spPr/>
        <p:txBody>
          <a:bodyPr/>
          <a:lstStyle/>
          <a:p>
            <a:fld id="{CC8A40FC-60F0-4572-98E5-D677B1F68382}" type="datetimeFigureOut">
              <a:rPr lang="en-GB" smtClean="0"/>
              <a:t>17/06/2026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46F651CB-958D-41A7-A925-8D18B0DC015E}" type="slidenum">
              <a:rPr lang="en-GB" smtClean="0"/>
              <a:t>‹#›</a:t>
            </a:fld>
            <a:endParaRPr lang="en-GB"/>
          </a:p>
        </p:txBody>
      </p:sp>
    </p:spTree>
    <p:extLst>
      <p:ext uri="{BB962C8B-B14F-4D97-AF65-F5344CB8AC3E}">
        <p14:creationId xmlns:p14="http://schemas.microsoft.com/office/powerpoint/2010/main" val="28163194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CC8A40FC-60F0-4572-98E5-D677B1F68382}" type="datetimeFigureOut">
              <a:rPr lang="en-GB" smtClean="0"/>
              <a:t>17/06/2026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46F651CB-958D-41A7-A925-8D18B0DC015E}" type="slidenum">
              <a:rPr lang="en-GB" smtClean="0"/>
              <a:t>‹#›</a:t>
            </a:fld>
            <a:endParaRPr lang="en-GB"/>
          </a:p>
        </p:txBody>
      </p:sp>
    </p:spTree>
    <p:extLst>
      <p:ext uri="{BB962C8B-B14F-4D97-AF65-F5344CB8AC3E}">
        <p14:creationId xmlns:p14="http://schemas.microsoft.com/office/powerpoint/2010/main" val="38028954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302658" y="1611875"/>
            <a:ext cx="4610844" cy="25656844"/>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1470125" y="1611875"/>
            <a:ext cx="13565237" cy="25656844"/>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CC8A40FC-60F0-4572-98E5-D677B1F68382}" type="datetimeFigureOut">
              <a:rPr lang="en-GB" smtClean="0"/>
              <a:t>17/06/2026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46F651CB-958D-41A7-A925-8D18B0DC015E}" type="slidenum">
              <a:rPr lang="en-GB" smtClean="0"/>
              <a:t>‹#›</a:t>
            </a:fld>
            <a:endParaRPr lang="en-GB"/>
          </a:p>
        </p:txBody>
      </p:sp>
    </p:spTree>
    <p:extLst>
      <p:ext uri="{BB962C8B-B14F-4D97-AF65-F5344CB8AC3E}">
        <p14:creationId xmlns:p14="http://schemas.microsoft.com/office/powerpoint/2010/main" val="15453608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70124" y="1611882"/>
            <a:ext cx="18443377" cy="5851808"/>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1470124" y="8059374"/>
            <a:ext cx="18443377" cy="19209345"/>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1470124" y="28060644"/>
            <a:ext cx="4811316" cy="1611875"/>
          </a:xfrm>
          <a:prstGeom prst="rect">
            <a:avLst/>
          </a:prstGeom>
        </p:spPr>
        <p:txBody>
          <a:bodyPr vert="horz" lIns="91440" tIns="45720" rIns="91440" bIns="45720" rtlCol="0" anchor="ctr"/>
          <a:lstStyle>
            <a:lvl1pPr algn="l">
              <a:defRPr sz="2806">
                <a:solidFill>
                  <a:schemeClr val="tx1">
                    <a:tint val="82000"/>
                  </a:schemeClr>
                </a:solidFill>
              </a:defRPr>
            </a:lvl1pPr>
          </a:lstStyle>
          <a:p>
            <a:fld id="{CC8A40FC-60F0-4572-98E5-D677B1F68382}" type="datetimeFigureOut">
              <a:rPr lang="en-GB" smtClean="0"/>
              <a:t>17/06/2026</a:t>
            </a:fld>
            <a:endParaRPr lang="en-GB"/>
          </a:p>
        </p:txBody>
      </p:sp>
      <p:sp>
        <p:nvSpPr>
          <p:cNvPr id="5" name="Footer Placeholder 4"/>
          <p:cNvSpPr>
            <a:spLocks noGrp="1"/>
          </p:cNvSpPr>
          <p:nvPr>
            <p:ph type="ftr" sz="quarter" idx="3"/>
          </p:nvPr>
        </p:nvSpPr>
        <p:spPr>
          <a:xfrm>
            <a:off x="7083326" y="28060644"/>
            <a:ext cx="7216973" cy="1611875"/>
          </a:xfrm>
          <a:prstGeom prst="rect">
            <a:avLst/>
          </a:prstGeom>
        </p:spPr>
        <p:txBody>
          <a:bodyPr vert="horz" lIns="91440" tIns="45720" rIns="91440" bIns="45720" rtlCol="0" anchor="ctr"/>
          <a:lstStyle>
            <a:lvl1pPr algn="ctr">
              <a:defRPr sz="2806">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15102185" y="28060644"/>
            <a:ext cx="4811316" cy="1611875"/>
          </a:xfrm>
          <a:prstGeom prst="rect">
            <a:avLst/>
          </a:prstGeom>
        </p:spPr>
        <p:txBody>
          <a:bodyPr vert="horz" lIns="91440" tIns="45720" rIns="91440" bIns="45720" rtlCol="0" anchor="ctr"/>
          <a:lstStyle>
            <a:lvl1pPr algn="r">
              <a:defRPr sz="2806">
                <a:solidFill>
                  <a:schemeClr val="tx1">
                    <a:tint val="82000"/>
                  </a:schemeClr>
                </a:solidFill>
              </a:defRPr>
            </a:lvl1pPr>
          </a:lstStyle>
          <a:p>
            <a:fld id="{46F651CB-958D-41A7-A925-8D18B0DC015E}" type="slidenum">
              <a:rPr lang="en-GB" smtClean="0"/>
              <a:t>‹#›</a:t>
            </a:fld>
            <a:endParaRPr lang="en-GB"/>
          </a:p>
        </p:txBody>
      </p:sp>
    </p:spTree>
    <p:extLst>
      <p:ext uri="{BB962C8B-B14F-4D97-AF65-F5344CB8AC3E}">
        <p14:creationId xmlns:p14="http://schemas.microsoft.com/office/powerpoint/2010/main" val="361423225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138324" rtl="0" eaLnBrk="1" latinLnBrk="0" hangingPunct="1">
        <a:lnSpc>
          <a:spcPct val="90000"/>
        </a:lnSpc>
        <a:spcBef>
          <a:spcPct val="0"/>
        </a:spcBef>
        <a:buNone/>
        <a:defRPr sz="10289" kern="1200">
          <a:solidFill>
            <a:schemeClr val="tx1"/>
          </a:solidFill>
          <a:latin typeface="+mj-lt"/>
          <a:ea typeface="+mj-ea"/>
          <a:cs typeface="+mj-cs"/>
        </a:defRPr>
      </a:lvl1pPr>
    </p:titleStyle>
    <p:bodyStyle>
      <a:lvl1pPr marL="534581" indent="-534581" algn="l" defTabSz="2138324" rtl="0" eaLnBrk="1" latinLnBrk="0" hangingPunct="1">
        <a:lnSpc>
          <a:spcPct val="90000"/>
        </a:lnSpc>
        <a:spcBef>
          <a:spcPts val="2339"/>
        </a:spcBef>
        <a:buFont typeface="Arial" panose="020B0604020202020204" pitchFamily="34" charset="0"/>
        <a:buChar char="•"/>
        <a:defRPr sz="6548" kern="1200">
          <a:solidFill>
            <a:schemeClr val="tx1"/>
          </a:solidFill>
          <a:latin typeface="+mn-lt"/>
          <a:ea typeface="+mn-ea"/>
          <a:cs typeface="+mn-cs"/>
        </a:defRPr>
      </a:lvl1pPr>
      <a:lvl2pPr marL="1603743" indent="-534581" algn="l" defTabSz="2138324" rtl="0" eaLnBrk="1" latinLnBrk="0" hangingPunct="1">
        <a:lnSpc>
          <a:spcPct val="90000"/>
        </a:lnSpc>
        <a:spcBef>
          <a:spcPts val="1169"/>
        </a:spcBef>
        <a:buFont typeface="Arial" panose="020B0604020202020204" pitchFamily="34" charset="0"/>
        <a:buChar char="•"/>
        <a:defRPr sz="5612" kern="1200">
          <a:solidFill>
            <a:schemeClr val="tx1"/>
          </a:solidFill>
          <a:latin typeface="+mn-lt"/>
          <a:ea typeface="+mn-ea"/>
          <a:cs typeface="+mn-cs"/>
        </a:defRPr>
      </a:lvl2pPr>
      <a:lvl3pPr marL="2672906" indent="-534581" algn="l" defTabSz="2138324" rtl="0" eaLnBrk="1" latinLnBrk="0" hangingPunct="1">
        <a:lnSpc>
          <a:spcPct val="90000"/>
        </a:lnSpc>
        <a:spcBef>
          <a:spcPts val="1169"/>
        </a:spcBef>
        <a:buFont typeface="Arial" panose="020B0604020202020204" pitchFamily="34" charset="0"/>
        <a:buChar char="•"/>
        <a:defRPr sz="4677" kern="1200">
          <a:solidFill>
            <a:schemeClr val="tx1"/>
          </a:solidFill>
          <a:latin typeface="+mn-lt"/>
          <a:ea typeface="+mn-ea"/>
          <a:cs typeface="+mn-cs"/>
        </a:defRPr>
      </a:lvl3pPr>
      <a:lvl4pPr marL="3742068"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4pPr>
      <a:lvl5pPr marL="4811230"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5pPr>
      <a:lvl6pPr marL="5880392"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6pPr>
      <a:lvl7pPr marL="6949554"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7pPr>
      <a:lvl8pPr marL="8018717"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8pPr>
      <a:lvl9pPr marL="9087879"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9pPr>
    </p:bodyStyle>
    <p:otherStyle>
      <a:defPPr>
        <a:defRPr lang="en-US"/>
      </a:defPPr>
      <a:lvl1pPr marL="0" algn="l" defTabSz="2138324" rtl="0" eaLnBrk="1" latinLnBrk="0" hangingPunct="1">
        <a:defRPr sz="4209" kern="1200">
          <a:solidFill>
            <a:schemeClr val="tx1"/>
          </a:solidFill>
          <a:latin typeface="+mn-lt"/>
          <a:ea typeface="+mn-ea"/>
          <a:cs typeface="+mn-cs"/>
        </a:defRPr>
      </a:lvl1pPr>
      <a:lvl2pPr marL="1069162" algn="l" defTabSz="2138324" rtl="0" eaLnBrk="1" latinLnBrk="0" hangingPunct="1">
        <a:defRPr sz="4209" kern="1200">
          <a:solidFill>
            <a:schemeClr val="tx1"/>
          </a:solidFill>
          <a:latin typeface="+mn-lt"/>
          <a:ea typeface="+mn-ea"/>
          <a:cs typeface="+mn-cs"/>
        </a:defRPr>
      </a:lvl2pPr>
      <a:lvl3pPr marL="2138324" algn="l" defTabSz="2138324" rtl="0" eaLnBrk="1" latinLnBrk="0" hangingPunct="1">
        <a:defRPr sz="4209" kern="1200">
          <a:solidFill>
            <a:schemeClr val="tx1"/>
          </a:solidFill>
          <a:latin typeface="+mn-lt"/>
          <a:ea typeface="+mn-ea"/>
          <a:cs typeface="+mn-cs"/>
        </a:defRPr>
      </a:lvl3pPr>
      <a:lvl4pPr marL="3207487" algn="l" defTabSz="2138324" rtl="0" eaLnBrk="1" latinLnBrk="0" hangingPunct="1">
        <a:defRPr sz="4209" kern="1200">
          <a:solidFill>
            <a:schemeClr val="tx1"/>
          </a:solidFill>
          <a:latin typeface="+mn-lt"/>
          <a:ea typeface="+mn-ea"/>
          <a:cs typeface="+mn-cs"/>
        </a:defRPr>
      </a:lvl4pPr>
      <a:lvl5pPr marL="4276649" algn="l" defTabSz="2138324" rtl="0" eaLnBrk="1" latinLnBrk="0" hangingPunct="1">
        <a:defRPr sz="4209" kern="1200">
          <a:solidFill>
            <a:schemeClr val="tx1"/>
          </a:solidFill>
          <a:latin typeface="+mn-lt"/>
          <a:ea typeface="+mn-ea"/>
          <a:cs typeface="+mn-cs"/>
        </a:defRPr>
      </a:lvl5pPr>
      <a:lvl6pPr marL="5345811" algn="l" defTabSz="2138324" rtl="0" eaLnBrk="1" latinLnBrk="0" hangingPunct="1">
        <a:defRPr sz="4209" kern="1200">
          <a:solidFill>
            <a:schemeClr val="tx1"/>
          </a:solidFill>
          <a:latin typeface="+mn-lt"/>
          <a:ea typeface="+mn-ea"/>
          <a:cs typeface="+mn-cs"/>
        </a:defRPr>
      </a:lvl6pPr>
      <a:lvl7pPr marL="6414973" algn="l" defTabSz="2138324" rtl="0" eaLnBrk="1" latinLnBrk="0" hangingPunct="1">
        <a:defRPr sz="4209" kern="1200">
          <a:solidFill>
            <a:schemeClr val="tx1"/>
          </a:solidFill>
          <a:latin typeface="+mn-lt"/>
          <a:ea typeface="+mn-ea"/>
          <a:cs typeface="+mn-cs"/>
        </a:defRPr>
      </a:lvl7pPr>
      <a:lvl8pPr marL="7484135" algn="l" defTabSz="2138324" rtl="0" eaLnBrk="1" latinLnBrk="0" hangingPunct="1">
        <a:defRPr sz="4209" kern="1200">
          <a:solidFill>
            <a:schemeClr val="tx1"/>
          </a:solidFill>
          <a:latin typeface="+mn-lt"/>
          <a:ea typeface="+mn-ea"/>
          <a:cs typeface="+mn-cs"/>
        </a:defRPr>
      </a:lvl8pPr>
      <a:lvl9pPr marL="8553298" algn="l" defTabSz="2138324" rtl="0" eaLnBrk="1" latinLnBrk="0" hangingPunct="1">
        <a:defRPr sz="420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6EEC1DD-428E-A379-32B6-4FE856B56028}"/>
              </a:ext>
            </a:extLst>
          </p:cNvPr>
          <p:cNvSpPr/>
          <p:nvPr/>
        </p:nvSpPr>
        <p:spPr>
          <a:xfrm>
            <a:off x="-375" y="0"/>
            <a:ext cx="21384000" cy="33624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9600" dirty="0"/>
              <a:t>The use of Genetic Algorithms in Airfoil Design and CFD</a:t>
            </a:r>
          </a:p>
        </p:txBody>
      </p:sp>
      <p:sp>
        <p:nvSpPr>
          <p:cNvPr id="7" name="Rectangle 6">
            <a:extLst>
              <a:ext uri="{FF2B5EF4-FFF2-40B4-BE49-F238E27FC236}">
                <a16:creationId xmlns:a16="http://schemas.microsoft.com/office/drawing/2014/main" id="{8011E1A4-1B24-4B4C-0A19-5046330F4D3C}"/>
              </a:ext>
            </a:extLst>
          </p:cNvPr>
          <p:cNvSpPr/>
          <p:nvPr/>
        </p:nvSpPr>
        <p:spPr>
          <a:xfrm>
            <a:off x="-375" y="3362400"/>
            <a:ext cx="21384000" cy="50472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GB" sz="4800" dirty="0"/>
              <a:t>What is a Genetic Algorithm?</a:t>
            </a:r>
          </a:p>
          <a:p>
            <a:pPr algn="ctr"/>
            <a:r>
              <a:rPr lang="en-GB" sz="4000" dirty="0"/>
              <a:t>A genetic algorithm is a type of algorithm that uses the concept of evolution to maximise some sort of reward. They work by having a population of many possible solutions, evaluating them all, selecting the best, and combining them to produce the next generation, then repeating. The next generation should be better overall, because it was made by combining higher-quality solutions. They are often used in complex systems that are too complicated to solve analytically. If you have a function that calculates how accurate a solution is, you can use a genetic algorithm to approximate a solution.</a:t>
            </a:r>
          </a:p>
        </p:txBody>
      </p:sp>
      <p:sp>
        <p:nvSpPr>
          <p:cNvPr id="8" name="Rectangle 7">
            <a:extLst>
              <a:ext uri="{FF2B5EF4-FFF2-40B4-BE49-F238E27FC236}">
                <a16:creationId xmlns:a16="http://schemas.microsoft.com/office/drawing/2014/main" id="{C7958308-C162-DFF6-A572-EA8A23A9BD87}"/>
              </a:ext>
            </a:extLst>
          </p:cNvPr>
          <p:cNvSpPr/>
          <p:nvPr/>
        </p:nvSpPr>
        <p:spPr>
          <a:xfrm>
            <a:off x="0" y="25228013"/>
            <a:ext cx="21384000" cy="5047200"/>
          </a:xfrm>
          <a:prstGeom prst="rect">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t"/>
          <a:lstStyle/>
          <a:p>
            <a:pPr algn="ctr"/>
            <a:r>
              <a:rPr lang="en-GB" sz="4800" dirty="0"/>
              <a:t>Conclusion</a:t>
            </a:r>
          </a:p>
        </p:txBody>
      </p:sp>
      <p:sp>
        <p:nvSpPr>
          <p:cNvPr id="13" name="Rectangle 12">
            <a:extLst>
              <a:ext uri="{FF2B5EF4-FFF2-40B4-BE49-F238E27FC236}">
                <a16:creationId xmlns:a16="http://schemas.microsoft.com/office/drawing/2014/main" id="{B8742E6D-7842-9FD1-6059-B3D1654511A8}"/>
              </a:ext>
            </a:extLst>
          </p:cNvPr>
          <p:cNvSpPr/>
          <p:nvPr/>
        </p:nvSpPr>
        <p:spPr>
          <a:xfrm>
            <a:off x="0" y="8409599"/>
            <a:ext cx="5346000" cy="16818413"/>
          </a:xfrm>
          <a:prstGeom prst="rect">
            <a:avLst/>
          </a:prstGeom>
          <a:ln>
            <a:noFill/>
          </a:ln>
        </p:spPr>
        <p:style>
          <a:lnRef idx="2">
            <a:schemeClr val="accent5">
              <a:shade val="15000"/>
            </a:schemeClr>
          </a:lnRef>
          <a:fillRef idx="1">
            <a:schemeClr val="accent5"/>
          </a:fillRef>
          <a:effectRef idx="0">
            <a:schemeClr val="accent5"/>
          </a:effectRef>
          <a:fontRef idx="minor">
            <a:schemeClr val="lt1"/>
          </a:fontRef>
        </p:style>
        <p:txBody>
          <a:bodyPr rtlCol="0" anchor="t"/>
          <a:lstStyle/>
          <a:p>
            <a:pPr algn="ctr"/>
            <a:r>
              <a:rPr lang="en-GB" sz="4800" dirty="0"/>
              <a:t>Take 1</a:t>
            </a:r>
          </a:p>
          <a:p>
            <a:pPr algn="ctr"/>
            <a:endParaRPr lang="en-GB" sz="4800" dirty="0"/>
          </a:p>
          <a:p>
            <a:pPr algn="ctr"/>
            <a:endParaRPr lang="en-GB" sz="4800" dirty="0"/>
          </a:p>
          <a:p>
            <a:pPr algn="ctr"/>
            <a:endParaRPr lang="en-GB" sz="4800" dirty="0"/>
          </a:p>
          <a:p>
            <a:pPr algn="ctr"/>
            <a:r>
              <a:rPr lang="en-GB" sz="4000" dirty="0"/>
              <a:t>In this attempt, I began by producing a population of random points with panels between them. When combining airfoils, I got 2 airfoils and took an average</a:t>
            </a:r>
          </a:p>
        </p:txBody>
      </p:sp>
      <p:sp>
        <p:nvSpPr>
          <p:cNvPr id="17" name="Rectangle 16">
            <a:extLst>
              <a:ext uri="{FF2B5EF4-FFF2-40B4-BE49-F238E27FC236}">
                <a16:creationId xmlns:a16="http://schemas.microsoft.com/office/drawing/2014/main" id="{6C6AB3D2-89CD-7C39-ECB7-61E8F5311DF9}"/>
              </a:ext>
            </a:extLst>
          </p:cNvPr>
          <p:cNvSpPr/>
          <p:nvPr/>
        </p:nvSpPr>
        <p:spPr>
          <a:xfrm>
            <a:off x="5345625" y="8409599"/>
            <a:ext cx="5346000" cy="16818413"/>
          </a:xfrm>
          <a:prstGeom prst="rect">
            <a:avLst/>
          </a:prstGeom>
          <a:solidFill>
            <a:srgbClr val="FF0000"/>
          </a:solidFill>
          <a:ln>
            <a:noFill/>
          </a:ln>
        </p:spPr>
        <p:style>
          <a:lnRef idx="2">
            <a:schemeClr val="accent5">
              <a:shade val="15000"/>
            </a:schemeClr>
          </a:lnRef>
          <a:fillRef idx="1">
            <a:schemeClr val="accent5"/>
          </a:fillRef>
          <a:effectRef idx="0">
            <a:schemeClr val="accent5"/>
          </a:effectRef>
          <a:fontRef idx="minor">
            <a:schemeClr val="lt1"/>
          </a:fontRef>
        </p:style>
        <p:txBody>
          <a:bodyPr rtlCol="0" anchor="t"/>
          <a:lstStyle/>
          <a:p>
            <a:pPr algn="ctr"/>
            <a:r>
              <a:rPr lang="en-GB" sz="4800" dirty="0"/>
              <a:t>Take 2</a:t>
            </a:r>
          </a:p>
        </p:txBody>
      </p:sp>
      <p:sp>
        <p:nvSpPr>
          <p:cNvPr id="18" name="Rectangle 17">
            <a:extLst>
              <a:ext uri="{FF2B5EF4-FFF2-40B4-BE49-F238E27FC236}">
                <a16:creationId xmlns:a16="http://schemas.microsoft.com/office/drawing/2014/main" id="{4C957BA5-AD3C-A113-4FBB-B968D0274037}"/>
              </a:ext>
            </a:extLst>
          </p:cNvPr>
          <p:cNvSpPr/>
          <p:nvPr/>
        </p:nvSpPr>
        <p:spPr>
          <a:xfrm>
            <a:off x="10691625" y="8409599"/>
            <a:ext cx="5346000" cy="16818413"/>
          </a:xfrm>
          <a:prstGeom prst="rect">
            <a:avLst/>
          </a:prstGeom>
          <a:solidFill>
            <a:srgbClr val="FFC000"/>
          </a:solidFill>
          <a:ln>
            <a:noFill/>
          </a:ln>
        </p:spPr>
        <p:style>
          <a:lnRef idx="2">
            <a:schemeClr val="accent5">
              <a:shade val="15000"/>
            </a:schemeClr>
          </a:lnRef>
          <a:fillRef idx="1">
            <a:schemeClr val="accent5"/>
          </a:fillRef>
          <a:effectRef idx="0">
            <a:schemeClr val="accent5"/>
          </a:effectRef>
          <a:fontRef idx="minor">
            <a:schemeClr val="lt1"/>
          </a:fontRef>
        </p:style>
        <p:txBody>
          <a:bodyPr rtlCol="0" anchor="t"/>
          <a:lstStyle/>
          <a:p>
            <a:pPr algn="ctr"/>
            <a:r>
              <a:rPr lang="en-GB" sz="4800" dirty="0"/>
              <a:t>Take 3</a:t>
            </a:r>
          </a:p>
        </p:txBody>
      </p:sp>
      <p:sp>
        <p:nvSpPr>
          <p:cNvPr id="19" name="Rectangle 18">
            <a:extLst>
              <a:ext uri="{FF2B5EF4-FFF2-40B4-BE49-F238E27FC236}">
                <a16:creationId xmlns:a16="http://schemas.microsoft.com/office/drawing/2014/main" id="{AACF9AA4-1DBE-259E-43F6-CD7EE99273D9}"/>
              </a:ext>
            </a:extLst>
          </p:cNvPr>
          <p:cNvSpPr/>
          <p:nvPr/>
        </p:nvSpPr>
        <p:spPr>
          <a:xfrm>
            <a:off x="16037250" y="8409599"/>
            <a:ext cx="5346000" cy="16818413"/>
          </a:xfrm>
          <a:prstGeom prst="rect">
            <a:avLst/>
          </a:prstGeom>
          <a:solidFill>
            <a:srgbClr val="00B0F0"/>
          </a:solidFill>
          <a:ln>
            <a:noFill/>
          </a:ln>
        </p:spPr>
        <p:style>
          <a:lnRef idx="2">
            <a:schemeClr val="accent5">
              <a:shade val="15000"/>
            </a:schemeClr>
          </a:lnRef>
          <a:fillRef idx="1">
            <a:schemeClr val="accent5"/>
          </a:fillRef>
          <a:effectRef idx="0">
            <a:schemeClr val="accent5"/>
          </a:effectRef>
          <a:fontRef idx="minor">
            <a:schemeClr val="lt1"/>
          </a:fontRef>
        </p:style>
        <p:txBody>
          <a:bodyPr rtlCol="0" anchor="t"/>
          <a:lstStyle/>
          <a:p>
            <a:pPr algn="ctr"/>
            <a:r>
              <a:rPr lang="en-GB" sz="4800" dirty="0"/>
              <a:t>Take 4</a:t>
            </a:r>
          </a:p>
        </p:txBody>
      </p:sp>
      <p:pic>
        <p:nvPicPr>
          <p:cNvPr id="21" name="Picture 20">
            <a:extLst>
              <a:ext uri="{FF2B5EF4-FFF2-40B4-BE49-F238E27FC236}">
                <a16:creationId xmlns:a16="http://schemas.microsoft.com/office/drawing/2014/main" id="{45734A9F-4083-A4A3-2D20-E50410F28F3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3000" y="9431606"/>
            <a:ext cx="4680000" cy="1560000"/>
          </a:xfrm>
          <a:prstGeom prst="rect">
            <a:avLst/>
          </a:prstGeom>
        </p:spPr>
      </p:pic>
      <p:pic>
        <p:nvPicPr>
          <p:cNvPr id="23" name="Picture 22">
            <a:extLst>
              <a:ext uri="{FF2B5EF4-FFF2-40B4-BE49-F238E27FC236}">
                <a16:creationId xmlns:a16="http://schemas.microsoft.com/office/drawing/2014/main" id="{C4ED4D3C-A0B9-0750-EAE1-A5D6DD250E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78625" y="9431606"/>
            <a:ext cx="4680000" cy="1560000"/>
          </a:xfrm>
          <a:prstGeom prst="rect">
            <a:avLst/>
          </a:prstGeom>
        </p:spPr>
      </p:pic>
      <p:pic>
        <p:nvPicPr>
          <p:cNvPr id="25" name="Picture 24">
            <a:extLst>
              <a:ext uri="{FF2B5EF4-FFF2-40B4-BE49-F238E27FC236}">
                <a16:creationId xmlns:a16="http://schemas.microsoft.com/office/drawing/2014/main" id="{2E655DC0-C601-FD59-3B81-7610AACF517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024250" y="9431606"/>
            <a:ext cx="4680000" cy="1560000"/>
          </a:xfrm>
          <a:prstGeom prst="rect">
            <a:avLst/>
          </a:prstGeom>
        </p:spPr>
      </p:pic>
    </p:spTree>
    <p:extLst>
      <p:ext uri="{BB962C8B-B14F-4D97-AF65-F5344CB8AC3E}">
        <p14:creationId xmlns:p14="http://schemas.microsoft.com/office/powerpoint/2010/main" val="350370740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24</TotalTime>
  <Words>163</Words>
  <Application>Microsoft Office PowerPoint</Application>
  <PresentationFormat>Custom</PresentationFormat>
  <Paragraphs>12</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 Bell (Student Silverdale School)</dc:creator>
  <cp:lastModifiedBy>Sam Bell (Student Silverdale School)</cp:lastModifiedBy>
  <cp:revision>1</cp:revision>
  <dcterms:created xsi:type="dcterms:W3CDTF">2026-06-17T15:04:32Z</dcterms:created>
  <dcterms:modified xsi:type="dcterms:W3CDTF">2026-06-17T15:29:12Z</dcterms:modified>
</cp:coreProperties>
</file>